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4022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0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7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377440" y="4206240"/>
            <a:ext cx="5029200" cy="50292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PROPOSAL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PGI ONE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RFID-Based Smart Campus Ecosystem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1737360" cy="365760"/>
          </a:xfrm>
          <a:prstGeom prst="rect">
            <a:avLst/>
          </a:prstGeom>
          <a:solidFill>
            <a:srgbClr val="065A82">
              <a:alpha val="70000"/>
            </a:srgbClr>
          </a:solidFill>
          <a:ln w="9525">
            <a:solidFill>
              <a:srgbClr val="1C7293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97480" y="3794760"/>
            <a:ext cx="1737360" cy="365760"/>
          </a:xfrm>
          <a:prstGeom prst="rect">
            <a:avLst/>
          </a:prstGeom>
          <a:solidFill>
            <a:srgbClr val="065A82">
              <a:alpha val="70000"/>
            </a:srgbClr>
          </a:solidFill>
          <a:ln w="9525">
            <a:solidFill>
              <a:srgbClr val="1C7293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3794760"/>
            <a:ext cx="1737360" cy="365760"/>
          </a:xfrm>
          <a:prstGeom prst="rect">
            <a:avLst/>
          </a:prstGeom>
          <a:solidFill>
            <a:srgbClr val="065A82">
              <a:alpha val="70000"/>
            </a:srgbClr>
          </a:solidFill>
          <a:ln w="9525">
            <a:solidFill>
              <a:srgbClr val="1C7293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46520" y="3794760"/>
            <a:ext cx="1737360" cy="365760"/>
          </a:xfrm>
          <a:prstGeom prst="rect">
            <a:avLst/>
          </a:prstGeom>
          <a:solidFill>
            <a:srgbClr val="065A82">
              <a:alpha val="70000"/>
            </a:srgbClr>
          </a:solidFill>
          <a:ln w="9525">
            <a:solidFill>
              <a:srgbClr val="1C7293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Entry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21040" y="3794760"/>
            <a:ext cx="1737360" cy="365760"/>
          </a:xfrm>
          <a:prstGeom prst="rect">
            <a:avLst/>
          </a:prstGeom>
          <a:solidFill>
            <a:srgbClr val="065A82">
              <a:alpha val="70000"/>
            </a:srgbClr>
          </a:solidFill>
          <a:ln w="9525">
            <a:solidFill>
              <a:srgbClr val="1C7293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Canteen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51663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PGI Administration
</a:t>
            </a: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Suleman Ahmed
</a:t>
            </a: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7, 2026   |   Version 1.0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Card, Every Campus Service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623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PGI ONE unifies Cafe, Mess, Classroom Attendance, Gate Entry, and Canteen services under a single RFID-based smart card and one backend platform — replacing five disconnected systems, separate cards, and manual processes with one seamless credential.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5623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a faster, safer, more transparent, and data-driven campus that reduces paperwork, queues, proxy attendance, and cash-handling risk — while giving administration real-time visibility across the institution.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537960" y="1417320"/>
            <a:ext cx="5120640" cy="4709160"/>
          </a:xfrm>
          <a:prstGeom prst="roundRect">
            <a:avLst>
              <a:gd name="adj" fmla="val 233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0" y="16276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CARD FUNCTIONS AS: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0" y="214884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icons/id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4063" y="2284903"/>
            <a:ext cx="294803" cy="29480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35240" y="21305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Student / Staff ID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635240" y="240487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identity for every service on campus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858000" y="310896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4063" y="3245023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35240" y="30906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Verification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7635240" y="336499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Biometric-free, tap-based class attendance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858000" y="406908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icons/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4063" y="4205143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635240" y="405079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Gate Access Key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7635240" y="432511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Role-based, auditable entry and exit control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858000" y="50292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/home/claude/icons/wall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4063" y="5165263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50109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"PGI Credit" Wallet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635240" y="528523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Cashless payments at mess, cafe, and canteen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PGI ONE  •  Project Proposal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PGI's Services Operate as Independent Silos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46120" y="148132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METHOD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46520" y="1481328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ISSUES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92224"/>
            <a:ext cx="11064240" cy="0"/>
          </a:xfrm>
          <a:prstGeom prst="line">
            <a:avLst/>
          </a:prstGeom>
          <a:noFill/>
          <a:ln w="12700">
            <a:solidFill>
              <a:srgbClr val="D7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93852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icons/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048256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70432" y="195681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246120" y="1938528"/>
            <a:ext cx="2880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roll call / register signing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46520" y="1938528"/>
            <a:ext cx="5074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attendance, slow, error-prone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670048"/>
            <a:ext cx="11247120" cy="786384"/>
          </a:xfrm>
          <a:prstGeom prst="rect">
            <a:avLst/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8640" y="272491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/home/claude/icons/do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834640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70432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Entry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3246120" y="2724912"/>
            <a:ext cx="2880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physical ID checks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446520" y="2724912"/>
            <a:ext cx="5074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at rush hour, weak security logging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48640" y="351129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/home/claude/icons/utensi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621024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70432" y="352958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3246120" y="3511296"/>
            <a:ext cx="2880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mess cards, manual counting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446520" y="3511296"/>
            <a:ext cx="5074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wastage, disputes over meals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57200" y="4242816"/>
            <a:ext cx="11247120" cy="786384"/>
          </a:xfrm>
          <a:prstGeom prst="rect">
            <a:avLst/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548640" y="42976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/home/claude/icons/coffe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407408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170432" y="43159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3246120" y="4297680"/>
            <a:ext cx="2880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or informal "khata" credit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6446520" y="4297680"/>
            <a:ext cx="5074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risk, no spending record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548640" y="508406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4" descr="/home/claude/icons/moneybil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5193792"/>
            <a:ext cx="237744" cy="23774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170432" y="51023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Canteen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3246120" y="5084064"/>
            <a:ext cx="2880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Cash-based transactions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6446520" y="5084064"/>
            <a:ext cx="5074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queues, hard reconciliation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PGI ONE  •  Project Proposal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Card. One Tap. Every Service.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160520" cy="4572000"/>
          </a:xfrm>
          <a:prstGeom prst="roundRect">
            <a:avLst>
              <a:gd name="adj" fmla="val 263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“To make campus life at PGI seamless, secure, and paperless by unifying identity, access, attendance, and payments into a single smart credential.”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50749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icons/bulls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4" y="5206594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51937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PGI ONE Vision Statement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029200" y="1508760"/>
            <a:ext cx="3337560" cy="1417320"/>
          </a:xfrm>
          <a:prstGeom prst="roundRect">
            <a:avLst>
              <a:gd name="adj" fmla="val 6452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230368" y="1691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icons/id_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096" y="180136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0368" y="2258568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Identity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230368" y="2551176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RFID card replaces every physical card and ID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549640" y="1508760"/>
            <a:ext cx="3337560" cy="1417320"/>
          </a:xfrm>
          <a:prstGeom prst="roundRect">
            <a:avLst>
              <a:gd name="adj" fmla="val 6452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750808" y="1691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0536" y="180136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50808" y="2258568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Attendance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750808" y="2551176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manual roll calls and proxy attendance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029200" y="3044952"/>
            <a:ext cx="3337560" cy="1417320"/>
          </a:xfrm>
          <a:prstGeom prst="roundRect">
            <a:avLst>
              <a:gd name="adj" fmla="val 6452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5230368" y="322783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/home/claude/icons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0096" y="3337560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30368" y="379476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Security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230368" y="4087368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Digital, timestamped, auditable gate entry trail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8549640" y="3044952"/>
            <a:ext cx="3337560" cy="1417320"/>
          </a:xfrm>
          <a:prstGeom prst="roundRect">
            <a:avLst>
              <a:gd name="adj" fmla="val 6452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8750808" y="322783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/home/claude/icons/wall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0536" y="3337560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750808" y="379476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Cashless Payments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8750808" y="4087368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Prepaid PGI Credit wallet for mess, cafe, canteen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5029200" y="4581144"/>
            <a:ext cx="3337560" cy="1417320"/>
          </a:xfrm>
          <a:prstGeom prst="roundRect">
            <a:avLst>
              <a:gd name="adj" fmla="val 6452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5230368" y="476402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/home/claude/icons/ch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0096" y="4873752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230368" y="533095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Data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5230368" y="5623560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for attendance, footfall, and finances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8549640" y="4581144"/>
            <a:ext cx="3337560" cy="1417320"/>
          </a:xfrm>
          <a:prstGeom prst="roundRect">
            <a:avLst>
              <a:gd name="adj" fmla="val 6452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28"/>
          <p:cNvSpPr/>
          <p:nvPr/>
        </p:nvSpPr>
        <p:spPr>
          <a:xfrm>
            <a:off x="8750808" y="476402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6" descr="/home/claude/icons/roc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60536" y="4873752"/>
            <a:ext cx="237744" cy="23774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8750808" y="533095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for the Future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8750808" y="5623560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Library, labs, hostel, and parking can plug in later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PGI ONE  •  Project Proposal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Layers, One Ecosystem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97380" y="20116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cons/id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4890" y="220919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828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0632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PGI ONE Card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379476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RFID smart card (or wearable) issued to every student and staff member — linked to identity, access permissions, attendance, and wallet balance.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087368" y="3712464"/>
            <a:ext cx="256032" cy="256032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61688" y="160020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710428" y="2011680"/>
            <a:ext cx="822960" cy="822960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icons/wif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938" y="2209190"/>
            <a:ext cx="427939" cy="42793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90288" y="1828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36008" y="30632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RFID Reader Network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81728" y="379476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 installed at classrooms, gates, mess counters, and cafe/canteen tills — capturing every tap in real time.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900416" y="3712464"/>
            <a:ext cx="256032" cy="256032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8174736" y="160020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9523476" y="20116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/home/claude/icons/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0986" y="2209190"/>
            <a:ext cx="427939" cy="42793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03336" y="1828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449056" y="30632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Central Platform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8494776" y="379476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backend that processes every tap, powers the student/staff app, and drives the admin dashboard for reporting and control.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PGI ONE  •  Project Proposal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FEATURE BREAKDOWN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Modules, One Unified Experience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cons/id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18690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0992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Card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42316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deactivation and reissue of lost or stolen cards from the admin dashboard.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50876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72000" y="17373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3674" y="18690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170992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Attendance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72000" y="242316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Tap-based logging per student eliminates proxy attendance and manual registers.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50876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366760" y="17373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icons/do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8434" y="186903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52560" y="170992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Entry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66760" y="242316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Role-based, timestamped entry/exit logs with live on-campus occupancy counts.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/home/claude/icons/utensil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914" y="424647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08736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480060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Tap-based meal logging with real-time headcounts to cut food wastage and disputes.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43400" y="38862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572000" y="41148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/home/claude/icons/wall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3674" y="424647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57800" y="408736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 &amp; Canteen Wallet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72000" y="480060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"PGI Credit" prepaid wallet enables tap-to-pay with itemized vendor reconciliation.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38160" y="38862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366760" y="41148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/home/claude/icons/mobi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8434" y="424647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52560" y="408736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/ Portal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66760" y="480060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wallet, and reports for students, faculty, vendors, and admins.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PGI ONE  •  Project Proposal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Single Tap to Real-Time Insight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487168" cy="1600200"/>
          </a:xfrm>
          <a:prstGeom prst="roundRect">
            <a:avLst>
              <a:gd name="adj" fmla="val 5714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08760" y="171907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cons/id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823" y="1855135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395728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Tap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269748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Student/staff taps at any reader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017520" y="2011680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346704" y="1554480"/>
            <a:ext cx="2487168" cy="1600200"/>
          </a:xfrm>
          <a:prstGeom prst="roundRect">
            <a:avLst>
              <a:gd name="adj" fmla="val 5714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06824" y="171907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icons/wif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2887" y="1855135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56432" y="2395728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Reader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83864" y="269748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Classroom, gate, mess, or till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815584" y="2011680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144768" y="1554480"/>
            <a:ext cx="2487168" cy="160020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104888" y="1719072"/>
            <a:ext cx="566928" cy="566928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/home/claude/icons/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0951" y="1855135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54496" y="2395728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Platform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81928" y="269748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card, applies logic, updates DB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8613648" y="2011680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8942832" y="1554480"/>
            <a:ext cx="2487168" cy="1600200"/>
          </a:xfrm>
          <a:prstGeom prst="roundRect">
            <a:avLst>
              <a:gd name="adj" fmla="val 5714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9902952" y="171907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/home/claude/icons/mobi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9015" y="1855135"/>
            <a:ext cx="294803" cy="29480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52560" y="2395728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&amp; Dashboard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079992" y="269748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student app and admin view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548640" y="35204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(PROPOSED)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48640" y="38862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 </a:t>
            </a:r>
            <a:r>
              <a:rPr lang="en-US" sz="115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cards (13.56 MHz MIFARE); fixed &amp; tablet-integrated readers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6263640" y="38862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 </a:t>
            </a:r>
            <a:r>
              <a:rPr lang="en-US" sz="115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or Python (Django / FastAPI)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548640" y="427024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 </a:t>
            </a:r>
            <a:r>
              <a:rPr lang="en-US" sz="115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MySQL, with Redis for real-time caching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6263640" y="427024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App:  </a:t>
            </a:r>
            <a:r>
              <a:rPr lang="en-US" sz="115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— React Native or Flutter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548640" y="465429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 </a:t>
            </a:r>
            <a:r>
              <a:rPr lang="en-US" sz="115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web app with role-based access control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6263640" y="465429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Payments:  </a:t>
            </a:r>
            <a:r>
              <a:rPr lang="en-US" sz="115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/ card / net banking gateway (e.g., Razorpay, PayU)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548640" y="503834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Hosting:  </a:t>
            </a:r>
            <a:r>
              <a:rPr lang="en-US" sz="115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(AWS/Azure/GCP) with on-premise failover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6263640" y="503834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 </a:t>
            </a:r>
            <a:r>
              <a:rPr lang="en-US" sz="115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encryption, HTTPS/TLS, 2FA for admin access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PGI ONE  •  Project Proposal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EXAMPLE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Student's Morning, Tap by Tap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3337560"/>
            <a:ext cx="10360152" cy="0"/>
          </a:xfrm>
          <a:prstGeom prst="line">
            <a:avLst/>
          </a:prstGeom>
          <a:noFill/>
          <a:ln w="25400">
            <a:solidFill>
              <a:srgbClr val="D7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25780" y="294894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cons/do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18" y="313547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-137160" y="15316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Gate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-137160" y="18516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Taps card at the gate → entry logged instantly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914400" y="2354580"/>
            <a:ext cx="0" cy="594360"/>
          </a:xfrm>
          <a:prstGeom prst="line">
            <a:avLst/>
          </a:prstGeom>
          <a:noFill/>
          <a:ln w="12700">
            <a:solidFill>
              <a:srgbClr val="D7E2E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115818" y="29489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356" y="313547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52878" y="39547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452878" y="427482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Taps at entrance → attendance marked automatically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504438" y="3726180"/>
            <a:ext cx="0" cy="228600"/>
          </a:xfrm>
          <a:prstGeom prst="line">
            <a:avLst/>
          </a:prstGeom>
          <a:noFill/>
          <a:ln w="12700">
            <a:solidFill>
              <a:srgbClr val="D7E2E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705856" y="294894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icons/utensi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2394" y="313547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42916" y="15316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 (Lunch)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042916" y="18516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Taps at counter → meal logged, no manual count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094476" y="2354580"/>
            <a:ext cx="0" cy="594360"/>
          </a:xfrm>
          <a:prstGeom prst="line">
            <a:avLst/>
          </a:prstGeom>
          <a:noFill/>
          <a:ln w="12700">
            <a:solidFill>
              <a:srgbClr val="D7E2E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295894" y="29489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/home/claude/icons/coffe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2432" y="313547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2954" y="39547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 (Evening)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632954" y="427482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coffee by tap → deducted from PGI Credit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8684514" y="3726180"/>
            <a:ext cx="0" cy="228600"/>
          </a:xfrm>
          <a:prstGeom prst="line">
            <a:avLst/>
          </a:prstGeom>
          <a:noFill/>
          <a:ln w="12700">
            <a:solidFill>
              <a:srgbClr val="D7E2E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10885932" y="294894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/home/claude/icons/mobi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72470" y="3135478"/>
            <a:ext cx="404165" cy="40416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222992" y="15316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PGI ONE App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0222992" y="18516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attendance %, wallet balance &amp; meal history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11274552" y="2354580"/>
            <a:ext cx="0" cy="594360"/>
          </a:xfrm>
          <a:prstGeom prst="line">
            <a:avLst/>
          </a:prstGeom>
          <a:noFill/>
          <a:ln w="12700">
            <a:solidFill>
              <a:srgbClr val="D7E2E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548640" y="534924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/>
          <p:nvPr/>
        </p:nvSpPr>
        <p:spPr>
          <a:xfrm>
            <a:off x="822960" y="546811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Faculty: </a:t>
            </a:r>
            <a:r>
              <a:rPr lang="en-US" sz="115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attendance counts and one-click exportable reports — no manual register.   </a:t>
            </a: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Administration: </a:t>
            </a:r>
            <a:r>
              <a:rPr lang="en-US" sz="115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occupancy dashboards and unified daily financial reconciliation.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PGI ONE  •  Project Proposal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Delivered Across Every Stakeholder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84708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71" y="1983151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0934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508760" y="193852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card for everything — no cash, faster queues, transparent records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72200" y="1481328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373368" y="184708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9431" y="1983151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60934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132320" y="193852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registers, real-time class data, reduced proxy attendance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2944368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49808" y="331012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icons/utensi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71" y="3446191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07238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 / Cafe / Canteen Staff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508760" y="340156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billing, accurate headcounts, easy daily reconciliation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72200" y="2944368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373368" y="331012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/home/claude/icons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9431" y="3446191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07238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132320" y="340156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Digital, auditable entry/exit logs and real-time occupancy data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407408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749808" y="477316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/home/claude/icons/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871" y="4909231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453542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508760" y="486460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analytics, less paperwork, financial transparency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72200" y="4407408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6373368" y="477316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/home/claude/icons/rock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9431" y="4909231"/>
            <a:ext cx="294803" cy="29480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32320" y="453542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PGI Institution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132320" y="486460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tech-forward image and a scalable smart-campus foundation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PGI ONE  •  Project Proposal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Phased, Pilot-First Rollout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6642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1664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70078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" y="2231136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Pilot Design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9808" y="2743200"/>
            <a:ext cx="3209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RFID vendor selection, architecture, wireframes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25112" y="1481328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26280" y="16642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26280" y="1664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02352" y="170078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26280" y="2231136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 Development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26280" y="2743200"/>
            <a:ext cx="3209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database, reader integration, core app &amp; dashboard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01584" y="1481328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302752" y="16642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02752" y="1664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78824" y="170078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6–7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02752" y="2231136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Rollout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02752" y="2743200"/>
            <a:ext cx="3209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~20-50 users; attendance &amp; gate modules first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630168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49808" y="38130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49808" y="3813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25880" y="38496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8–9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9808" y="4379976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&amp; Payment Integration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49808" y="4892040"/>
            <a:ext cx="3209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PGI Credit + gateway; enable cafe &amp; canteen modules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25112" y="3630168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26280" y="38130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26280" y="3813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102352" y="38496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10–11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26280" y="4379976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 Module &amp; Full Integration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526280" y="4892040"/>
            <a:ext cx="3209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mess module; unify all five services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101584" y="3630168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302752" y="3813048"/>
            <a:ext cx="457200" cy="457200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302752" y="3813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878824" y="38496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12+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302752" y="4379976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Institution-Wide Rollout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8302752" y="4892040"/>
            <a:ext cx="3209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Campus-wide issuance; decommission legacy systems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PGI ONE  •  Project Proposal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BUDGET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Takes to Deliver PGI 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TEAM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901952"/>
            <a:ext cx="109728" cy="109728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  —  </a:t>
            </a:r>
            <a:r>
              <a:rPr lang="en-US" sz="115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across departments &amp; timeline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2587752"/>
            <a:ext cx="109728" cy="109728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Developers (2–3)  —  </a:t>
            </a:r>
            <a:r>
              <a:rPr lang="en-US" sz="115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Server, database, API development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3273552"/>
            <a:ext cx="109728" cy="109728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Developer (1–2)  —  </a:t>
            </a:r>
            <a:r>
              <a:rPr lang="en-US" sz="115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Student/staff app for iOS &amp; Android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3959352"/>
            <a:ext cx="109728" cy="109728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794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 (1)  —  </a:t>
            </a:r>
            <a:r>
              <a:rPr lang="en-US" sz="115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4645152"/>
            <a:ext cx="109728" cy="109728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4805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Hardware/IoT Engineer (1)  —  </a:t>
            </a:r>
            <a:r>
              <a:rPr lang="en-US" sz="115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reader install &amp; maintenance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5330952"/>
            <a:ext cx="109728" cy="109728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51663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+ Security Consultant  —  </a:t>
            </a:r>
            <a:r>
              <a:rPr lang="en-US" sz="115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encryption &amp; compliance review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1417320"/>
            <a:ext cx="5349240" cy="4709160"/>
          </a:xfrm>
          <a:prstGeom prst="roundRect">
            <a:avLst>
              <a:gd name="adj" fmla="val 233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37960" y="162763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BUDGET CATEGORIES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37960" y="205740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0" descr="/home/claude/icons/moneyb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742" y="2145182"/>
            <a:ext cx="190195" cy="190195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040880" y="205740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cards (bulk order) — scales with population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537960" y="258775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1" descr="/home/claude/icons/moneyb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742" y="2675534"/>
            <a:ext cx="190195" cy="190195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040880" y="258775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readers/scanners — per gate, classroom &amp; counter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537960" y="3118104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2" descr="/home/claude/icons/moneyb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742" y="3205886"/>
            <a:ext cx="190195" cy="19019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040880" y="311810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app development — one-time cost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537960" y="3648456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3" descr="/home/claude/icons/moneyb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742" y="3736238"/>
            <a:ext cx="190195" cy="19019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040880" y="3648456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hosting &amp; infrastructure — recurring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6537960" y="4178808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4" descr="/home/claude/icons/moneyb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742" y="4266590"/>
            <a:ext cx="190195" cy="190195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040880" y="417880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integration — per-transaction fee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6537960" y="470916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5" descr="/home/claude/icons/moneyb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742" y="4796942"/>
            <a:ext cx="190195" cy="190195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040880" y="470916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training &amp; onboarding — one-time cost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6537960" y="523951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6" descr="/home/claude/icons/moneyb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742" y="5327294"/>
            <a:ext cx="190195" cy="190195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7040880" y="523951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&amp; support (Year 1) —  of dev cost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6537960" y="58064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figures to be finalized after vendor quotations and a technical scoping session.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PGI ONE  •  Project Proposal</a:t>
            </a:r>
            <a:endParaRPr lang="en-US" sz="900" dirty="0"/>
          </a:p>
        </p:txBody>
      </p:sp>
      <p:sp>
        <p:nvSpPr>
          <p:cNvPr id="42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 &amp; SECURITY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Anticipating Challenges, Protecting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&amp; MITIGATION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cons/wa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8424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185623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loss enabling unauthorized wallet use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70432" y="220370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blocking via app/admin + PIN for high-value spends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icons/wa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94436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70432" y="281635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downtime affecting operations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170432" y="316382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fallback with local caching, synced on reconnect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icons/wa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0448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70432" y="37764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to change from staff/vendors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1170432" y="412394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rollout, hands-on training, parallel-run period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/home/claude/icons/wa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86460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70432" y="473659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concerns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1170432" y="508406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policy, encryption, limited access roles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263640" y="1417320"/>
            <a:ext cx="5349240" cy="4754880"/>
          </a:xfrm>
          <a:prstGeom prst="roundRect">
            <a:avLst>
              <a:gd name="adj" fmla="val 2308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6537960" y="1645920"/>
            <a:ext cx="594360" cy="594360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/home/claude/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606" y="1788566"/>
            <a:ext cx="309067" cy="30906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269480" y="1737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6583680" y="2587752"/>
            <a:ext cx="109728" cy="109728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/>
          <p:nvPr/>
        </p:nvSpPr>
        <p:spPr>
          <a:xfrm>
            <a:off x="6858000" y="244144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card data encrypted, stored per data-protection best practices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6583680" y="3182112"/>
            <a:ext cx="109728" cy="109728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1"/>
          <p:cNvSpPr/>
          <p:nvPr/>
        </p:nvSpPr>
        <p:spPr>
          <a:xfrm>
            <a:off x="6858000" y="303580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for sensitive data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583680" y="3776472"/>
            <a:ext cx="109728" cy="109728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3"/>
          <p:cNvSpPr/>
          <p:nvPr/>
        </p:nvSpPr>
        <p:spPr>
          <a:xfrm>
            <a:off x="6858000" y="363016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PIN/OTP authentication for top-ups &amp; high-value spends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6583680" y="4370832"/>
            <a:ext cx="109728" cy="109728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6858000" y="422452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data-usage policy for students and staff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6583680" y="4965192"/>
            <a:ext cx="109728" cy="109728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7"/>
          <p:cNvSpPr/>
          <p:nvPr/>
        </p:nvSpPr>
        <p:spPr>
          <a:xfrm>
            <a:off x="6858000" y="481888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security audits and penetration testing</a:t>
            </a:r>
            <a:endParaRPr lang="en-US" sz="1150" dirty="0"/>
          </a:p>
        </p:txBody>
      </p:sp>
      <p:sp>
        <p:nvSpPr>
          <p:cNvPr id="35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PGI ONE  •  Project Proposal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Measure Impact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61848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0A20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Attendance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incidents post-rollout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46704" y="150876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83864" y="161848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0A20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483864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Effort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83864" y="2788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time spent on attendance-taking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44768" y="150876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81928" y="161848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0A20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6281928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Times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81928" y="2788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mess, cafe &amp; canteen counters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942832" y="150876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079992" y="161848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0A20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9079992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Cashless Transactions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079992" y="2788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moved to PGI Credit within 6 months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56616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367588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0A20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685800" y="4480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Wastage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85800" y="48463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better headcount forecasting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46704" y="356616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83864" y="367588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0A20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</a:t>
            </a:r>
            <a:endParaRPr lang="en-US" sz="4600" dirty="0"/>
          </a:p>
        </p:txBody>
      </p:sp>
      <p:sp>
        <p:nvSpPr>
          <p:cNvPr id="26" name="Text 24"/>
          <p:cNvSpPr/>
          <p:nvPr/>
        </p:nvSpPr>
        <p:spPr>
          <a:xfrm>
            <a:off x="3483864" y="4480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Adoption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483864" y="48463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users active within first 3 months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44768" y="356616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81928" y="367588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0A20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99%+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6281928" y="4480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Uptime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281928" y="48463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for RFID network &amp; backend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PGI ONE  •  Project Proposal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0624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560320" y="-2377440"/>
            <a:ext cx="4572000" cy="45720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Long-Term Foundation for Digital PGI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PGI ONE consolidates identity, attendance, access control, and payments into one card and platform — cutting inefficiency, reducing manual workload, improving security, and delivering a dramatically better experience for students, staff, and administration alike. We recommend a pilot rollout in one department or hostel block before scaling institution-wide.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37960" y="1554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56248" y="2039112"/>
            <a:ext cx="91440" cy="91440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84848" y="18928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 (RFID book issue/return)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56248" y="2496312"/>
            <a:ext cx="91440" cy="91440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84848" y="23500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equipment access control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56248" y="2953512"/>
            <a:ext cx="91440" cy="91440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784848" y="28072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room access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56248" y="3410712"/>
            <a:ext cx="91440" cy="91440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84848" y="32644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check-ins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56248" y="3867912"/>
            <a:ext cx="91440" cy="91440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84848" y="37216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access control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56248" y="4325112"/>
            <a:ext cx="91440" cy="91440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84848" y="41788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academic ERP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160520"/>
            <a:ext cx="10881360" cy="0"/>
          </a:xfrm>
          <a:prstGeom prst="line">
            <a:avLst/>
          </a:prstGeom>
          <a:noFill/>
          <a:ln w="12700">
            <a:solidFill>
              <a:srgbClr val="2E4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44348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Suleman Ahmed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BsCs 7th Semester
Suleman1912004@gmail.com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5349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9C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welcome the opportunity to discuss this proposal further.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1538</Words>
  <Application>Microsoft Office PowerPoint</Application>
  <PresentationFormat>Widescreen</PresentationFormat>
  <Paragraphs>267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suleman ahmed</cp:lastModifiedBy>
  <cp:revision>2</cp:revision>
  <dcterms:created xsi:type="dcterms:W3CDTF">2026-09-07T13:24:52Z</dcterms:created>
  <dcterms:modified xsi:type="dcterms:W3CDTF">2026-09-08T03:49:50Z</dcterms:modified>
</cp:coreProperties>
</file>